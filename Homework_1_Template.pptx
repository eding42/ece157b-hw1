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086"/>
    <p:restoredTop sz="94685"/>
  </p:normalViewPr>
  <p:slideViewPr>
    <p:cSldViewPr snapToGrid="0">
      <p:cViewPr varScale="1">
        <p:scale>
          <a:sx n="115" d="100"/>
          <a:sy n="115" d="100"/>
        </p:scale>
        <p:origin x="192" y="86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No idea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291220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(1. Explain </a:t>
            </a:r>
            <a:r>
              <a:rPr lang="en-US" i="1" dirty="0"/>
              <a:t>forward</a:t>
            </a:r>
            <a:r>
              <a:rPr lang="en-US" dirty="0"/>
              <a:t> method.)</a:t>
            </a:r>
          </a:p>
          <a:p>
            <a:pPr marL="0" lvl="0" indent="0" algn="l" rtl="0">
              <a:spcBef>
                <a:spcPts val="0"/>
              </a:spcBef>
              <a:spcAft>
                <a:spcPts val="1200"/>
              </a:spcAft>
              <a:buNone/>
            </a:pPr>
            <a:endParaRPr lang="en-US" dirty="0"/>
          </a:p>
          <a:p>
            <a:pPr marL="0" lvl="0" indent="0" algn="l" rtl="0">
              <a:spcBef>
                <a:spcPts val="0"/>
              </a:spcBef>
              <a:spcAft>
                <a:spcPts val="1200"/>
              </a:spcAft>
              <a:buNone/>
            </a:pPr>
            <a:r>
              <a:rPr lang="en-US" dirty="0"/>
              <a:t>(2. Copy and paste TODOs and explain each.)</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373052013"/>
              </p:ext>
            </p:extLst>
          </p:nvPr>
        </p:nvGraphicFramePr>
        <p:xfrm>
          <a:off x="311700" y="1547242"/>
          <a:ext cx="8571044" cy="357878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066672"/>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2179</TotalTime>
  <Words>1924</Words>
  <Application>Microsoft Macintosh PowerPoint</Application>
  <PresentationFormat>On-screen Show (16:9)</PresentationFormat>
  <Paragraphs>80</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Courier New</vt:lpstr>
      <vt:lpstr>Arial</vt:lpstr>
      <vt:lpstr>Open Sans</vt:lpstr>
      <vt:lpstr>PT Sans Narrow</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13</cp:revision>
  <dcterms:modified xsi:type="dcterms:W3CDTF">2025-01-21T07:00:14Z</dcterms:modified>
</cp:coreProperties>
</file>