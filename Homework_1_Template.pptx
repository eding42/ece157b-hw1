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0"/>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70"/>
    <p:restoredTop sz="94660"/>
  </p:normalViewPr>
  <p:slideViewPr>
    <p:cSldViewPr snapToGrid="0">
      <p:cViewPr varScale="1">
        <p:scale>
          <a:sx n="89" d="100"/>
          <a:sy n="89" d="100"/>
        </p:scale>
        <p:origin x="750" y="5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3"/>
            <a:ext cx="8520600" cy="300158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No idea</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656920"/>
            <a:ext cx="8520600" cy="291220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(1. Explain </a:t>
            </a:r>
            <a:r>
              <a:rPr lang="en-US" i="1" dirty="0"/>
              <a:t>forward</a:t>
            </a:r>
            <a:r>
              <a:rPr lang="en-US" dirty="0"/>
              <a:t> method.)</a:t>
            </a:r>
          </a:p>
          <a:p>
            <a:pPr marL="0" lvl="0" indent="0" algn="l" rtl="0">
              <a:spcBef>
                <a:spcPts val="0"/>
              </a:spcBef>
              <a:spcAft>
                <a:spcPts val="1200"/>
              </a:spcAft>
              <a:buNone/>
            </a:pPr>
            <a:endParaRPr lang="en-US" dirty="0"/>
          </a:p>
          <a:p>
            <a:pPr marL="0" lvl="0" indent="0" algn="l" rtl="0">
              <a:spcBef>
                <a:spcPts val="0"/>
              </a:spcBef>
              <a:spcAft>
                <a:spcPts val="1200"/>
              </a:spcAft>
              <a:buNone/>
            </a:pPr>
            <a:r>
              <a:rPr lang="en-US" dirty="0"/>
              <a:t>(2. Copy and paste TODOs and explain each.)</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 sz="1200" dirty="0"/>
              <a:t>(copy and paste the output text.)</a:t>
            </a:r>
            <a:endParaRPr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(copy and paste the output text.)</a:t>
            </a:r>
          </a:p>
        </p:txBody>
      </p:sp>
      <p:sp>
        <p:nvSpPr>
          <p:cNvPr id="111" name="Google Shape;111;p20"/>
          <p:cNvSpPr txBox="1">
            <a:spLocks noGrp="1"/>
          </p:cNvSpPr>
          <p:nvPr>
            <p:ph type="body" idx="1"/>
          </p:nvPr>
        </p:nvSpPr>
        <p:spPr>
          <a:xfrm>
            <a:off x="311700" y="3462150"/>
            <a:ext cx="85206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2830297536"/>
              </p:ext>
            </p:extLst>
          </p:nvPr>
        </p:nvGraphicFramePr>
        <p:xfrm>
          <a:off x="311699" y="1711923"/>
          <a:ext cx="8571044" cy="3456864"/>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13619">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76485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endParaRPr lang="en-US" dirty="0"/>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99147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endParaRPr lang="en-US" dirty="0"/>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53485">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a:t>
                      </a:r>
                      <a:endParaRPr lang="en-US" sz="14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&lt;</a:t>
            </a:r>
            <a:r>
              <a:rPr lang="en" dirty="0" err="1"/>
              <a:t>Student_Name</a:t>
            </a:r>
            <a:r>
              <a:rPr lang="en" dirty="0"/>
              <a:t>&gt;</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12901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1. Make up 3 sentences. Use the </a:t>
            </a:r>
            <a:r>
              <a:rPr lang="en" sz="1900" dirty="0" err="1">
                <a:latin typeface="Courier New"/>
                <a:ea typeface="Courier New"/>
                <a:cs typeface="Courier New"/>
                <a:sym typeface="Courier New"/>
              </a:rPr>
              <a:t>tokenizer_toy</a:t>
            </a:r>
            <a:r>
              <a:rPr lang="en" sz="1900" dirty="0"/>
              <a:t> (as provided in the notebook) to encode and inspect the sentences with a tokenizer trained on </a:t>
            </a:r>
            <a:r>
              <a:rPr lang="en" sz="1900" dirty="0" err="1"/>
              <a:t>shakespeare_train</a:t>
            </a:r>
            <a:r>
              <a:rPr lang="en" sz="1900" dirty="0"/>
              <a:t> and one trained on </a:t>
            </a:r>
            <a:r>
              <a:rPr lang="en" sz="1900" dirty="0" err="1"/>
              <a:t>daily_dialog_train</a:t>
            </a:r>
            <a:r>
              <a:rPr lang="en" sz="1900" dirty="0"/>
              <a:t>. Comment on which tokenizer handles each of your sentences “better”. Specify what your definition of “better” is.</a:t>
            </a:r>
            <a:endParaRPr sz="19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1384513"/>
            <a:ext cx="8520600" cy="353124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198</TotalTime>
  <Words>1358</Words>
  <Application>Microsoft Office PowerPoint</Application>
  <PresentationFormat>On-screen Show (16:9)</PresentationFormat>
  <Paragraphs>73</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PT Sans Narrow</vt:lpstr>
      <vt:lpstr>Courier New</vt:lpstr>
      <vt:lpstr>Open Sans</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11</cp:revision>
  <dcterms:modified xsi:type="dcterms:W3CDTF">2025-01-19T05:47:59Z</dcterms:modified>
</cp:coreProperties>
</file>